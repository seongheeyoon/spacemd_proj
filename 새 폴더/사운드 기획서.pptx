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1" r:id="rId3"/>
    <p:sldId id="277" r:id="rId4"/>
    <p:sldId id="27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사운드</a:t>
            </a:r>
            <a:r>
              <a:rPr lang="en-US" altLang="ko-KR" dirty="0"/>
              <a:t>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사운도 기획서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</Words>
  <Application>Microsoft Office PowerPoint</Application>
  <PresentationFormat>와이드스크린</PresentationFormat>
  <Paragraphs>40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사운드 기획서</vt:lpstr>
      <vt:lpstr>목차</vt:lpstr>
      <vt:lpstr>기획 구조 – 문서 구조</vt:lpstr>
      <vt:lpstr>사운도 기획서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2026-07-13T07:42:30Z</dcterms:created>
  <dcterms:modified xsi:type="dcterms:W3CDTF">2026-07-13T07:57:10Z</dcterms:modified>
</cp:coreProperties>
</file>