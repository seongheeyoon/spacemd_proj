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7" r:id="rId4"/>
    <p:sldId id="27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216E-AF12-48BE-AD8A-89E4CD87635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F2BE-F470-4144-8AEA-2EB60D8F1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97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6376-A4D9-549F-9AD3-2F6CF56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13B2A-36AC-D319-EEF0-9B0AAF18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9CE5-82FE-12D2-EC08-C5B5DC0D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95B7A-516C-DE44-D0D1-22865708C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24E92-BD9A-4F94-BC93-09581E9A21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2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CB96E-499C-D79F-0B07-EB13D84E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0342B-5BC4-1CCF-2BB8-F8199364F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D6502-9D70-9B2B-BEBE-FE865E7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66510-B04A-FD5A-968C-E3B84E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DE7F2-9DB0-F89D-75F3-78728FF8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7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62DD5-1C53-53F6-D2F0-76AD0AE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01963-82A6-8419-7C5C-C0D2F200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1AE49-AC1E-B1C0-CDFA-AC7AC60C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B22B4-C4D6-0548-0690-E6007D0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F415-48EC-A151-8FF0-27CBF347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8201-5647-DDF0-83B6-6B798BA6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ED25-0A90-2585-7367-FC2B1D32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E4B1C-437C-3B7F-79CF-24193BB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4E82-2C49-8A6C-1395-8761826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E606-BF67-8C4F-B76A-01A8985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90E2-C294-AC8E-8548-5B178BD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AA88-1B39-255A-FEE3-88599B5F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968EC-90C1-1F31-F120-B1102D7A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9434C-D616-F77D-935B-82D7D499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A7884-5914-366B-0857-E36EA5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D6898-1104-D187-51D2-055557BB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BCFDD-012B-453C-455D-2B9C2C9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0BEF22-DF60-B324-B9C0-D4797B21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840500-42EB-243B-A540-E9E0B18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8E376-68C0-62FB-DB9F-CA7CDAD9A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4B111F-47F9-8863-34A3-AAC44D6D9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D4A37-68E2-D00C-F650-13998A0F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B1404-D843-B07A-D44D-29560005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E2928-E970-9AA6-EDEB-BB9691B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7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238B-434D-3CF6-69E6-C5633A46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E6105A-2C02-AD53-D455-65BC187A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916C44-A194-78BD-2E1E-2CAD5F4A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DAB30-9F44-C591-8C77-46EAB09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4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8F5A50-901C-3464-EE50-0FB758F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196ADF-E4DF-0370-4593-B1A78D1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61977-7379-A911-3C60-1FE25DA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3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AB8C-A8BD-FE6F-EC5E-FFC2ACF4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51865-E0E1-CDCE-6926-01DE7372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3780C-7F09-C28C-CEC8-2B730E83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74D37-874F-C18C-C947-75DC5D7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8722D-A011-C0B7-6250-5316AAB6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980F7-6907-FD44-91E8-307BD9DB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D635-E855-A629-3B3D-32124849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6DBC27-9AE4-1E85-FBDE-2E6053F7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EA3F8-ADC5-A07D-5829-F0BD63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E217D6-13A9-1797-E170-79CF32B6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1B5-C4C5-A729-3757-D86FA6E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94E94-B1AD-C8E9-0ECB-AFA532D3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B98EC-966D-74E1-17B7-3F60A9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28A0E2-9D2F-D5C5-B87B-5C6D85DF3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7CF32-8A09-87AB-9F27-121E1724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DA8F9-04C6-0CFE-BE5A-A53FECD9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2287-9A43-FF5E-AFC3-89D08621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077D52-E4F8-91E7-BC75-139F5880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AA355-C409-552A-FB46-1FDFF8B8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A76B2-FA1E-F6FF-B682-317A936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3D6B7-2E92-F277-9A9C-277EBEC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F39A-4BD5-099D-E26E-7BB95A6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188EA-535C-45AB-7A53-9928ED57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32C05-E05C-44BB-A249-37C80FA3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10717-45F2-5C5A-A91C-E69D9D18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3C3DB-B92E-AC02-69FC-97A53893D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ED7DF-B257-CAF7-A704-45D00738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A4468-360A-E483-2D83-69F2FE37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화면 연출 및 효과</a:t>
            </a:r>
            <a:r>
              <a:rPr lang="en-US" altLang="ko-KR" dirty="0"/>
              <a:t>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E5CF5-1855-AEB0-8274-B72B3986A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씨</a:t>
            </a:r>
            <a:r>
              <a:rPr lang="en-US" altLang="ko-KR" dirty="0"/>
              <a:t>-</a:t>
            </a:r>
            <a:r>
              <a:rPr lang="ko-KR" altLang="en-US" dirty="0"/>
              <a:t>티 러쉬</a:t>
            </a:r>
          </a:p>
        </p:txBody>
      </p:sp>
    </p:spTree>
    <p:extLst>
      <p:ext uri="{BB962C8B-B14F-4D97-AF65-F5344CB8AC3E}">
        <p14:creationId xmlns:p14="http://schemas.microsoft.com/office/powerpoint/2010/main" val="214441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CAC4-68FA-C757-AE5B-2FAEF1A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7DEC2094-1A5F-D6AA-BF8A-099B7CBB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E0447E-0D86-CBC8-C2D6-69B3E1DE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C128BFA1-C4EA-D6CF-2053-DB62F918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C277-803B-53DE-D89A-DC120B782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49F41E-89E0-BF4B-AF00-C93A6875972E}"/>
              </a:ext>
            </a:extLst>
          </p:cNvPr>
          <p:cNvSpPr/>
          <p:nvPr/>
        </p:nvSpPr>
        <p:spPr>
          <a:xfrm rot="5400000" flipV="1">
            <a:off x="1001955" y="1018608"/>
            <a:ext cx="440696" cy="50953"/>
          </a:xfrm>
          <a:prstGeom prst="roundRect">
            <a:avLst>
              <a:gd name="adj" fmla="val 329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DF5204-1ADF-DE9C-AC89-43C19B2C87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9B2010-C7B5-5F1D-1F6B-0D1261CE71BA}"/>
              </a:ext>
            </a:extLst>
          </p:cNvPr>
          <p:cNvCxnSpPr/>
          <p:nvPr/>
        </p:nvCxnSpPr>
        <p:spPr>
          <a:xfrm>
            <a:off x="1500187" y="1743075"/>
            <a:ext cx="91916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FC4A95-8AEB-03E5-E315-710C5E9893ED}"/>
              </a:ext>
            </a:extLst>
          </p:cNvPr>
          <p:cNvSpPr txBox="1"/>
          <p:nvPr/>
        </p:nvSpPr>
        <p:spPr>
          <a:xfrm>
            <a:off x="2177533" y="515687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게임 플레이 기획서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040B4-F191-46D8-EBC3-0E72EA0885AC}"/>
              </a:ext>
            </a:extLst>
          </p:cNvPr>
          <p:cNvSpPr txBox="1"/>
          <p:nvPr/>
        </p:nvSpPr>
        <p:spPr>
          <a:xfrm>
            <a:off x="2501901" y="990715"/>
            <a:ext cx="391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메인 기획서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29C-E5CA-B45C-87FF-88AEC6E3F143}"/>
              </a:ext>
            </a:extLst>
          </p:cNvPr>
          <p:cNvSpPr txBox="1"/>
          <p:nvPr/>
        </p:nvSpPr>
        <p:spPr>
          <a:xfrm>
            <a:off x="2177531" y="4333467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추적 차량 기획서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068BD-382B-6669-CF61-712E12A2E293}"/>
              </a:ext>
            </a:extLst>
          </p:cNvPr>
          <p:cNvSpPr txBox="1"/>
          <p:nvPr/>
        </p:nvSpPr>
        <p:spPr>
          <a:xfrm>
            <a:off x="2177530" y="3481773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조작 기획서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51C240-6317-7B9E-2211-49BC087B266A}"/>
              </a:ext>
            </a:extLst>
          </p:cNvPr>
          <p:cNvSpPr/>
          <p:nvPr/>
        </p:nvSpPr>
        <p:spPr>
          <a:xfrm>
            <a:off x="1861251" y="3584298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48A34-A57A-2D38-B2C8-EE32560D1258}"/>
              </a:ext>
            </a:extLst>
          </p:cNvPr>
          <p:cNvSpPr txBox="1"/>
          <p:nvPr/>
        </p:nvSpPr>
        <p:spPr>
          <a:xfrm>
            <a:off x="1871934" y="3533547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BB477E-6EE0-22E5-ADC7-232ABC9432B1}"/>
              </a:ext>
            </a:extLst>
          </p:cNvPr>
          <p:cNvSpPr/>
          <p:nvPr/>
        </p:nvSpPr>
        <p:spPr>
          <a:xfrm>
            <a:off x="1861251" y="4460552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312EC-DB8B-B36A-4BE8-FAE7FE2FDBF3}"/>
              </a:ext>
            </a:extLst>
          </p:cNvPr>
          <p:cNvSpPr txBox="1"/>
          <p:nvPr/>
        </p:nvSpPr>
        <p:spPr>
          <a:xfrm>
            <a:off x="1890984" y="4409801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94E8DF-77C2-1B09-098E-E5A258B420E4}"/>
              </a:ext>
            </a:extLst>
          </p:cNvPr>
          <p:cNvSpPr/>
          <p:nvPr/>
        </p:nvSpPr>
        <p:spPr>
          <a:xfrm>
            <a:off x="1861251" y="5258439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A5DBB1-C673-5E1F-570C-A612F133608C}"/>
              </a:ext>
            </a:extLst>
          </p:cNvPr>
          <p:cNvSpPr txBox="1"/>
          <p:nvPr/>
        </p:nvSpPr>
        <p:spPr>
          <a:xfrm>
            <a:off x="1871934" y="5207688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BC8DAF-1A00-089A-6607-859ABD9338B5}"/>
              </a:ext>
            </a:extLst>
          </p:cNvPr>
          <p:cNvSpPr txBox="1"/>
          <p:nvPr/>
        </p:nvSpPr>
        <p:spPr>
          <a:xfrm>
            <a:off x="3384058" y="3854335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방법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B34E8B5-540F-748C-23A9-E13A1E938383}"/>
              </a:ext>
            </a:extLst>
          </p:cNvPr>
          <p:cNvCxnSpPr>
            <a:cxnSpLocks/>
          </p:cNvCxnSpPr>
          <p:nvPr/>
        </p:nvCxnSpPr>
        <p:spPr>
          <a:xfrm flipV="1">
            <a:off x="4614350" y="3949615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1ED083-DF64-9F77-E55B-F747AD5417D6}"/>
              </a:ext>
            </a:extLst>
          </p:cNvPr>
          <p:cNvSpPr txBox="1"/>
          <p:nvPr/>
        </p:nvSpPr>
        <p:spPr>
          <a:xfrm>
            <a:off x="4674150" y="3845286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구조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3408F7-FF62-3CF5-FC43-8CF771DB2657}"/>
              </a:ext>
            </a:extLst>
          </p:cNvPr>
          <p:cNvSpPr txBox="1"/>
          <p:nvPr/>
        </p:nvSpPr>
        <p:spPr>
          <a:xfrm>
            <a:off x="2427308" y="4702091"/>
            <a:ext cx="121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차량 규격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F686D-F6BC-F61C-567A-CBC1D9389548}"/>
              </a:ext>
            </a:extLst>
          </p:cNvPr>
          <p:cNvCxnSpPr>
            <a:cxnSpLocks/>
          </p:cNvCxnSpPr>
          <p:nvPr/>
        </p:nvCxnSpPr>
        <p:spPr>
          <a:xfrm flipV="1">
            <a:off x="3689535" y="4797371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DF6D72-C4F9-5E90-71CA-DE96A0F6F68F}"/>
              </a:ext>
            </a:extLst>
          </p:cNvPr>
          <p:cNvSpPr txBox="1"/>
          <p:nvPr/>
        </p:nvSpPr>
        <p:spPr>
          <a:xfrm>
            <a:off x="3747503" y="4693042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추적 방법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CC777-432D-B48C-8691-A2D0C080655E}"/>
              </a:ext>
            </a:extLst>
          </p:cNvPr>
          <p:cNvSpPr txBox="1"/>
          <p:nvPr/>
        </p:nvSpPr>
        <p:spPr>
          <a:xfrm>
            <a:off x="2446357" y="3851834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012D0F-71C1-06ED-4197-E6E776147D13}"/>
              </a:ext>
            </a:extLst>
          </p:cNvPr>
          <p:cNvCxnSpPr>
            <a:cxnSpLocks/>
          </p:cNvCxnSpPr>
          <p:nvPr/>
        </p:nvCxnSpPr>
        <p:spPr>
          <a:xfrm flipV="1">
            <a:off x="3374330" y="3947114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C44617-20D0-3B98-5B76-8844ED5F3CC0}"/>
              </a:ext>
            </a:extLst>
          </p:cNvPr>
          <p:cNvSpPr txBox="1"/>
          <p:nvPr/>
        </p:nvSpPr>
        <p:spPr>
          <a:xfrm>
            <a:off x="2446357" y="5530378"/>
            <a:ext cx="19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클리어 조건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88637-2AE7-D033-6CC1-DF492EE34F83}"/>
              </a:ext>
            </a:extLst>
          </p:cNvPr>
          <p:cNvCxnSpPr>
            <a:cxnSpLocks/>
          </p:cNvCxnSpPr>
          <p:nvPr/>
        </p:nvCxnSpPr>
        <p:spPr>
          <a:xfrm flipV="1">
            <a:off x="448527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281B39-8A64-51CB-E25E-510C54BFD40E}"/>
              </a:ext>
            </a:extLst>
          </p:cNvPr>
          <p:cNvSpPr txBox="1"/>
          <p:nvPr/>
        </p:nvSpPr>
        <p:spPr>
          <a:xfrm>
            <a:off x="4543239" y="5521329"/>
            <a:ext cx="182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오버 조건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C0F113-7CAC-B646-EF65-5471BA129CCE}"/>
              </a:ext>
            </a:extLst>
          </p:cNvPr>
          <p:cNvCxnSpPr>
            <a:cxnSpLocks/>
          </p:cNvCxnSpPr>
          <p:nvPr/>
        </p:nvCxnSpPr>
        <p:spPr>
          <a:xfrm flipV="1">
            <a:off x="6306854" y="5634707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CBE67D-DB02-9574-B6B5-BF0C11FA2B57}"/>
              </a:ext>
            </a:extLst>
          </p:cNvPr>
          <p:cNvSpPr txBox="1"/>
          <p:nvPr/>
        </p:nvSpPr>
        <p:spPr>
          <a:xfrm>
            <a:off x="6364822" y="5530378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무적 시간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C383CD-0E1D-291B-B213-796B74D88401}"/>
              </a:ext>
            </a:extLst>
          </p:cNvPr>
          <p:cNvCxnSpPr>
            <a:cxnSpLocks/>
          </p:cNvCxnSpPr>
          <p:nvPr/>
        </p:nvCxnSpPr>
        <p:spPr>
          <a:xfrm flipV="1">
            <a:off x="762665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E9E2E-6A51-ABBA-F7F2-B1069628181B}"/>
              </a:ext>
            </a:extLst>
          </p:cNvPr>
          <p:cNvSpPr txBox="1"/>
          <p:nvPr/>
        </p:nvSpPr>
        <p:spPr>
          <a:xfrm>
            <a:off x="7684620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리스폰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시스템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613877-1660-E04B-BDD8-14FBDDFA6EA3}"/>
              </a:ext>
            </a:extLst>
          </p:cNvPr>
          <p:cNvCxnSpPr>
            <a:cxnSpLocks/>
          </p:cNvCxnSpPr>
          <p:nvPr/>
        </p:nvCxnSpPr>
        <p:spPr>
          <a:xfrm flipV="1">
            <a:off x="9363074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1DD91D-4204-FF3E-D452-05D58985F5C4}"/>
              </a:ext>
            </a:extLst>
          </p:cNvPr>
          <p:cNvSpPr txBox="1"/>
          <p:nvPr/>
        </p:nvSpPr>
        <p:spPr>
          <a:xfrm>
            <a:off x="9421042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키 아이템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D8079-FA41-24A4-7D4D-27B11EE97B3F}"/>
              </a:ext>
            </a:extLst>
          </p:cNvPr>
          <p:cNvSpPr txBox="1"/>
          <p:nvPr/>
        </p:nvSpPr>
        <p:spPr>
          <a:xfrm>
            <a:off x="2177530" y="262264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 기획서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50D271-35A2-008C-3B89-8D4FB0EE4689}"/>
              </a:ext>
            </a:extLst>
          </p:cNvPr>
          <p:cNvSpPr/>
          <p:nvPr/>
        </p:nvSpPr>
        <p:spPr>
          <a:xfrm>
            <a:off x="1861251" y="2725173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EA2CF4-1DE4-23E7-5168-D00F81639508}"/>
              </a:ext>
            </a:extLst>
          </p:cNvPr>
          <p:cNvSpPr txBox="1"/>
          <p:nvPr/>
        </p:nvSpPr>
        <p:spPr>
          <a:xfrm>
            <a:off x="1871934" y="2674422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105EA-53E5-4CCE-F4D0-47CF99F13CEF}"/>
              </a:ext>
            </a:extLst>
          </p:cNvPr>
          <p:cNvSpPr txBox="1"/>
          <p:nvPr/>
        </p:nvSpPr>
        <p:spPr>
          <a:xfrm>
            <a:off x="3689535" y="2995210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사륜구동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6993CF-A4E7-3465-67B2-96FAB02A7952}"/>
              </a:ext>
            </a:extLst>
          </p:cNvPr>
          <p:cNvCxnSpPr>
            <a:cxnSpLocks/>
          </p:cNvCxnSpPr>
          <p:nvPr/>
        </p:nvCxnSpPr>
        <p:spPr>
          <a:xfrm flipV="1">
            <a:off x="4832898" y="3090490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36242B-9936-44C6-AA3B-C69B5776BE97}"/>
              </a:ext>
            </a:extLst>
          </p:cNvPr>
          <p:cNvSpPr txBox="1"/>
          <p:nvPr/>
        </p:nvSpPr>
        <p:spPr>
          <a:xfrm>
            <a:off x="4892698" y="2986161"/>
            <a:ext cx="223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서스펜션 시스템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3CBC-027D-5B62-FCA8-E3F4E18648CE}"/>
              </a:ext>
            </a:extLst>
          </p:cNvPr>
          <p:cNvSpPr txBox="1"/>
          <p:nvPr/>
        </p:nvSpPr>
        <p:spPr>
          <a:xfrm>
            <a:off x="2446357" y="2992709"/>
            <a:ext cx="135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운행 원리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EC3B17F-01F7-BB26-67E7-EF73CF319F83}"/>
              </a:ext>
            </a:extLst>
          </p:cNvPr>
          <p:cNvCxnSpPr>
            <a:cxnSpLocks/>
          </p:cNvCxnSpPr>
          <p:nvPr/>
        </p:nvCxnSpPr>
        <p:spPr>
          <a:xfrm flipV="1">
            <a:off x="3667122" y="3087989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ED89AF-7638-1A32-82A2-28C2374B8BFC}"/>
              </a:ext>
            </a:extLst>
          </p:cNvPr>
          <p:cNvSpPr txBox="1"/>
          <p:nvPr/>
        </p:nvSpPr>
        <p:spPr>
          <a:xfrm>
            <a:off x="2177533" y="1993530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문서 구조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3A3276-A607-FFDD-8794-29858514AE3C}"/>
              </a:ext>
            </a:extLst>
          </p:cNvPr>
          <p:cNvSpPr/>
          <p:nvPr/>
        </p:nvSpPr>
        <p:spPr>
          <a:xfrm>
            <a:off x="1861254" y="2096055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0F7ECA-E648-FD96-E949-494D462A125C}"/>
              </a:ext>
            </a:extLst>
          </p:cNvPr>
          <p:cNvSpPr txBox="1"/>
          <p:nvPr/>
        </p:nvSpPr>
        <p:spPr>
          <a:xfrm>
            <a:off x="1871937" y="2045304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6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6586-66BF-4996-AFCA-34B3E33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91B89776-05EB-C061-0CFC-191D366F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C57C8E-A186-8C85-5C35-428FCB70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 구조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구조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D862-F4EC-09CF-F6F5-691EEF8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B55601BA-E48F-FB54-F916-A4D1D31D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FC8193-DC32-95F7-7098-35C8B9DAC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5D3681-0C69-5916-1793-D00B4FDEED1A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8E5AE-99D3-BE6B-E0B7-B8A014F8579C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CC5CC3-48E7-9055-0EDA-9EE76D40EA10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2860DE-4F63-D4AD-2DD8-EE95F5CD7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21" y="1631900"/>
            <a:ext cx="8844508" cy="509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FED3FD5C-3080-F9BF-8B54-DD26330A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90EB8F-9C71-B46B-239C-B562C8D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 연출 및 효과 기획서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2C28C7C7-3C6D-98FE-4958-0ED60734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B87CB4-483B-9C10-2188-89158D95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3B6DCE-1F78-32AB-2395-8C20D30342D1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9AC39-FFDE-7B58-618D-3884C1938EC4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E815CB-2116-801A-A7F0-07E4204593A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5394FDD0-4B91-873C-9914-DD5CAF5B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0F180A86-D294-E0D6-7657-67F9B745D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EB7E2E40-ED93-7F81-0E5C-B85A3E847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ACAAEE-7A06-A4BA-83AF-EDC3DA69222A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5E7275-8299-C71F-A2B7-220DE9BF0371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7D125-D045-5A3E-8240-FA6327EAA269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A0434C-8720-A2B1-1F1D-7E3E8913DA56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77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</Words>
  <Application>Microsoft Office PowerPoint</Application>
  <PresentationFormat>와이드스크린</PresentationFormat>
  <Paragraphs>40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Noto Sans KR</vt:lpstr>
      <vt:lpstr>Noto Sans KR Black</vt:lpstr>
      <vt:lpstr>Noto Sans KR DemiLight</vt:lpstr>
      <vt:lpstr>Noto Sans KR Light</vt:lpstr>
      <vt:lpstr>맑은 고딕</vt:lpstr>
      <vt:lpstr>Arial</vt:lpstr>
      <vt:lpstr>Segoe UI Black</vt:lpstr>
      <vt:lpstr>Office 테마</vt:lpstr>
      <vt:lpstr>화면 연출 및 효과 기획서</vt:lpstr>
      <vt:lpstr>목차</vt:lpstr>
      <vt:lpstr>기획 구조 – 문서 구조</vt:lpstr>
      <vt:lpstr>화면 연출 및 효과 기획서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2026-07-13T07:42:30Z</dcterms:created>
  <dcterms:modified xsi:type="dcterms:W3CDTF">2026-07-13T07:57:47Z</dcterms:modified>
</cp:coreProperties>
</file>